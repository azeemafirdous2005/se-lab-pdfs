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70" r:id="rId3"/>
    <p:sldId id="295" r:id="rId4"/>
    <p:sldId id="271" r:id="rId5"/>
    <p:sldId id="272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83" r:id="rId17"/>
    <p:sldId id="284" r:id="rId18"/>
    <p:sldId id="286" r:id="rId19"/>
    <p:sldId id="285" r:id="rId20"/>
    <p:sldId id="287" r:id="rId21"/>
    <p:sldId id="288" r:id="rId22"/>
    <p:sldId id="289" r:id="rId23"/>
    <p:sldId id="290" r:id="rId24"/>
    <p:sldId id="291" r:id="rId25"/>
    <p:sldId id="292" r:id="rId26"/>
    <p:sldId id="293" r:id="rId27"/>
    <p:sldId id="294" r:id="rId28"/>
    <p:sldId id="258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80" d="100"/>
          <a:sy n="80" d="100"/>
        </p:scale>
        <p:origin x="-1074" y="2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7788" cy="7373778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E09C-544B-4DEE-A405-7E3531C21F7B}" type="datetimeFigureOut">
              <a:rPr lang="en-US" smtClean="0"/>
              <a:pPr/>
              <a:t>11/19/2022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77C7-A158-4C4C-B620-04A2BEE43D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02440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E09C-544B-4DEE-A405-7E3531C21F7B}" type="datetimeFigureOut">
              <a:rPr lang="en-US" smtClean="0"/>
              <a:pPr/>
              <a:t>11/19/2022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77C7-A158-4C4C-B620-04A2BEE43D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61746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E09C-544B-4DEE-A405-7E3531C21F7B}" type="datetimeFigureOut">
              <a:rPr lang="en-US" smtClean="0"/>
              <a:pPr/>
              <a:t>11/19/2022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77C7-A158-4C4C-B620-04A2BEE43D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93859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E09C-544B-4DEE-A405-7E3531C21F7B}" type="datetimeFigureOut">
              <a:rPr lang="en-US" smtClean="0"/>
              <a:pPr/>
              <a:t>11/19/2022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77C7-A158-4C4C-B620-04A2BEE43D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5100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E09C-544B-4DEE-A405-7E3531C21F7B}" type="datetimeFigureOut">
              <a:rPr lang="en-US" smtClean="0"/>
              <a:pPr/>
              <a:t>11/19/2022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77C7-A158-4C4C-B620-04A2BEE43D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70002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E09C-544B-4DEE-A405-7E3531C21F7B}" type="datetimeFigureOut">
              <a:rPr lang="en-US" smtClean="0"/>
              <a:pPr/>
              <a:t>11/19/2022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77C7-A158-4C4C-B620-04A2BEE43D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858956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E09C-544B-4DEE-A405-7E3531C21F7B}" type="datetimeFigureOut">
              <a:rPr lang="en-US" smtClean="0"/>
              <a:pPr/>
              <a:t>11/19/2022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77C7-A158-4C4C-B620-04A2BEE43D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1089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E09C-544B-4DEE-A405-7E3531C21F7B}" type="datetimeFigureOut">
              <a:rPr lang="en-US" smtClean="0"/>
              <a:pPr/>
              <a:t>11/19/2022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77C7-A158-4C4C-B620-04A2BEE43D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81779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E09C-544B-4DEE-A405-7E3531C21F7B}" type="datetimeFigureOut">
              <a:rPr lang="en-US" smtClean="0"/>
              <a:pPr/>
              <a:t>11/19/2022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77C7-A158-4C4C-B620-04A2BEE43D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02926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E09C-544B-4DEE-A405-7E3531C21F7B}" type="datetimeFigureOut">
              <a:rPr lang="en-US" smtClean="0"/>
              <a:pPr/>
              <a:t>11/19/2022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77C7-A158-4C4C-B620-04A2BEE43D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28056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BE09C-544B-4DEE-A405-7E3531C21F7B}" type="datetimeFigureOut">
              <a:rPr lang="en-US" smtClean="0"/>
              <a:pPr/>
              <a:t>11/19/2022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2977C7-A158-4C4C-B620-04A2BEE43D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17499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ABE09C-544B-4DEE-A405-7E3531C21F7B}" type="datetimeFigureOut">
              <a:rPr lang="en-US" smtClean="0"/>
              <a:pPr/>
              <a:t>11/19/2022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2977C7-A158-4C4C-B620-04A2BEE43D5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34292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57" y="1600200"/>
            <a:ext cx="805008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Installation of </a:t>
            </a:r>
            <a:r>
              <a:rPr lang="en-US" sz="2800" b="1" dirty="0" smtClean="0">
                <a:solidFill>
                  <a:schemeClr val="tx1"/>
                </a:solidFill>
              </a:rPr>
              <a:t>Jenkins</a:t>
            </a:r>
            <a:br>
              <a:rPr lang="en-US" sz="2800" b="1" dirty="0" smtClean="0">
                <a:solidFill>
                  <a:schemeClr val="tx1"/>
                </a:solidFill>
              </a:rPr>
            </a:br>
            <a:r>
              <a:rPr lang="en-US" sz="2800" b="1" dirty="0" smtClean="0">
                <a:solidFill>
                  <a:schemeClr val="tx1"/>
                </a:solidFill>
              </a:rPr>
              <a:t>Press on Download  and see next page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843814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57" y="1600200"/>
            <a:ext cx="805008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2800" b="1" dirty="0" smtClean="0">
                <a:solidFill>
                  <a:schemeClr val="tx1"/>
                </a:solidFill>
              </a:rPr>
              <a:t>Go down in column </a:t>
            </a:r>
            <a:r>
              <a:rPr lang="en-US" sz="2800" b="1" u="sng" dirty="0" smtClean="0">
                <a:solidFill>
                  <a:schemeClr val="tx1"/>
                </a:solidFill>
              </a:rPr>
              <a:t>Download Jenkins </a:t>
            </a:r>
            <a:r>
              <a:rPr lang="en-US" sz="2800" b="1" dirty="0" smtClean="0">
                <a:solidFill>
                  <a:schemeClr val="tx1"/>
                </a:solidFill>
              </a:rPr>
              <a:t>2.33_._ LTS </a:t>
            </a:r>
            <a:r>
              <a:rPr lang="en-US" sz="2800" b="1" u="sng" dirty="0" smtClean="0">
                <a:solidFill>
                  <a:schemeClr val="tx1"/>
                </a:solidFill>
              </a:rPr>
              <a:t>for</a:t>
            </a:r>
            <a:br>
              <a:rPr lang="en-US" sz="2800" b="1" u="sng" dirty="0" smtClean="0">
                <a:solidFill>
                  <a:schemeClr val="tx1"/>
                </a:solidFill>
              </a:rPr>
            </a:br>
            <a:r>
              <a:rPr lang="en-US" sz="2800" b="1" u="sng" dirty="0" smtClean="0">
                <a:solidFill>
                  <a:schemeClr val="tx1"/>
                </a:solidFill>
              </a:rPr>
              <a:t>Then next press at windows as shown in next page</a:t>
            </a:r>
            <a:endParaRPr lang="en-US" sz="2800" b="1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211003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Press on Windows to download Jenkins for windows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704975"/>
            <a:ext cx="8286808" cy="4581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Straight Arrow Connector 5"/>
          <p:cNvCxnSpPr/>
          <p:nvPr/>
        </p:nvCxnSpPr>
        <p:spPr>
          <a:xfrm rot="5400000">
            <a:off x="-893007" y="3178967"/>
            <a:ext cx="5214974" cy="571504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57" y="1676400"/>
            <a:ext cx="805008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Installation of </a:t>
            </a:r>
            <a:r>
              <a:rPr lang="en-US" sz="2800" b="1" dirty="0" smtClean="0">
                <a:solidFill>
                  <a:schemeClr val="tx1"/>
                </a:solidFill>
              </a:rPr>
              <a:t>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645412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57" y="1600200"/>
            <a:ext cx="805008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Installation of </a:t>
            </a:r>
            <a:r>
              <a:rPr lang="en-US" sz="2800" b="1" dirty="0" smtClean="0">
                <a:solidFill>
                  <a:schemeClr val="tx1"/>
                </a:solidFill>
              </a:rPr>
              <a:t>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272950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27" y="1905000"/>
            <a:ext cx="8164773" cy="4187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Installation of </a:t>
            </a:r>
            <a:r>
              <a:rPr lang="en-US" sz="2800" b="1" dirty="0" smtClean="0">
                <a:solidFill>
                  <a:schemeClr val="tx1"/>
                </a:solidFill>
              </a:rPr>
              <a:t>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18860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28800"/>
            <a:ext cx="8610600" cy="4419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Installation of </a:t>
            </a:r>
            <a:r>
              <a:rPr lang="en-US" sz="2800" b="1" dirty="0" smtClean="0">
                <a:solidFill>
                  <a:schemeClr val="tx1"/>
                </a:solidFill>
              </a:rPr>
              <a:t>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95894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752600"/>
            <a:ext cx="7604077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Installation of </a:t>
            </a:r>
            <a:r>
              <a:rPr lang="en-US" sz="2800" b="1" dirty="0" smtClean="0">
                <a:solidFill>
                  <a:schemeClr val="tx1"/>
                </a:solidFill>
              </a:rPr>
              <a:t>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7568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22946"/>
            <a:ext cx="76200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Installation of </a:t>
            </a:r>
            <a:r>
              <a:rPr lang="en-US" sz="2800" b="1" dirty="0" smtClean="0">
                <a:solidFill>
                  <a:schemeClr val="tx1"/>
                </a:solidFill>
              </a:rPr>
              <a:t>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80801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057400"/>
            <a:ext cx="7848600" cy="401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Installation of </a:t>
            </a:r>
            <a:r>
              <a:rPr lang="en-US" sz="2800" b="1" dirty="0" smtClean="0">
                <a:solidFill>
                  <a:schemeClr val="tx1"/>
                </a:solidFill>
              </a:rPr>
              <a:t>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95974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676400"/>
            <a:ext cx="76200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Installation of </a:t>
            </a:r>
            <a:r>
              <a:rPr lang="en-US" sz="2800" b="1" dirty="0" smtClean="0">
                <a:solidFill>
                  <a:schemeClr val="tx1"/>
                </a:solidFill>
              </a:rPr>
              <a:t>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260750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42546"/>
            <a:ext cx="7924800" cy="44058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Installation of </a:t>
            </a:r>
            <a:r>
              <a:rPr lang="en-US" sz="2800" b="1" dirty="0" smtClean="0">
                <a:solidFill>
                  <a:schemeClr val="tx1"/>
                </a:solidFill>
              </a:rPr>
              <a:t>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401310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828800"/>
            <a:ext cx="7772400" cy="407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Installation of </a:t>
            </a:r>
            <a:r>
              <a:rPr lang="en-US" sz="2800" b="1" dirty="0" smtClean="0">
                <a:solidFill>
                  <a:schemeClr val="tx1"/>
                </a:solidFill>
              </a:rPr>
              <a:t>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9764388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981200"/>
            <a:ext cx="78486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Installation of </a:t>
            </a:r>
            <a:r>
              <a:rPr lang="en-US" sz="2800" b="1" dirty="0" smtClean="0">
                <a:solidFill>
                  <a:schemeClr val="tx1"/>
                </a:solidFill>
              </a:rPr>
              <a:t>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726282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676400"/>
            <a:ext cx="7924800" cy="4948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Installation of </a:t>
            </a:r>
            <a:r>
              <a:rPr lang="en-US" sz="2800" b="1" dirty="0" smtClean="0">
                <a:solidFill>
                  <a:schemeClr val="tx1"/>
                </a:solidFill>
              </a:rPr>
              <a:t>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34566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95400"/>
            <a:ext cx="8153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Installation of </a:t>
            </a:r>
            <a:r>
              <a:rPr lang="en-US" sz="2800" b="1" dirty="0" smtClean="0">
                <a:solidFill>
                  <a:schemeClr val="tx1"/>
                </a:solidFill>
              </a:rPr>
              <a:t>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298613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57" y="1600200"/>
            <a:ext cx="805008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smtClean="0">
                <a:solidFill>
                  <a:schemeClr val="tx1"/>
                </a:solidFill>
              </a:rPr>
              <a:t>Now </a:t>
            </a:r>
            <a:r>
              <a:rPr lang="en-US" sz="2800" b="1" dirty="0" smtClean="0">
                <a:solidFill>
                  <a:schemeClr val="tx1"/>
                </a:solidFill>
              </a:rPr>
              <a:t>type services.msc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6432815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Arrow Connector 9"/>
          <p:cNvCxnSpPr/>
          <p:nvPr/>
        </p:nvCxnSpPr>
        <p:spPr>
          <a:xfrm flipH="1">
            <a:off x="5237328" y="3705936"/>
            <a:ext cx="762000" cy="1143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57" y="1600200"/>
            <a:ext cx="805008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5" name="Straight Arrow Connector 4"/>
          <p:cNvCxnSpPr/>
          <p:nvPr/>
        </p:nvCxnSpPr>
        <p:spPr>
          <a:xfrm flipH="1">
            <a:off x="5410200" y="3352800"/>
            <a:ext cx="838200" cy="4674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Installation of </a:t>
            </a:r>
            <a:r>
              <a:rPr lang="en-US" sz="2800" b="1" dirty="0" smtClean="0">
                <a:solidFill>
                  <a:schemeClr val="tx1"/>
                </a:solidFill>
              </a:rPr>
              <a:t>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19970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57" y="1600200"/>
            <a:ext cx="805008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Installation of </a:t>
            </a:r>
            <a:r>
              <a:rPr lang="en-US" sz="2800" b="1" dirty="0" smtClean="0">
                <a:solidFill>
                  <a:schemeClr val="tx1"/>
                </a:solidFill>
              </a:rPr>
              <a:t>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801427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57" y="1600200"/>
            <a:ext cx="805008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Installation of </a:t>
            </a:r>
            <a:r>
              <a:rPr lang="en-US" sz="2800" b="1" dirty="0" smtClean="0">
                <a:solidFill>
                  <a:schemeClr val="tx1"/>
                </a:solidFill>
              </a:rPr>
              <a:t>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214363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57" y="1600200"/>
            <a:ext cx="805008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Installation of </a:t>
            </a:r>
            <a:r>
              <a:rPr lang="en-US" sz="2800" b="1" dirty="0" smtClean="0">
                <a:solidFill>
                  <a:schemeClr val="tx1"/>
                </a:solidFill>
              </a:rPr>
              <a:t>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20975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57" y="1646237"/>
            <a:ext cx="805008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Installation of </a:t>
            </a:r>
            <a:r>
              <a:rPr lang="en-US" sz="2800" b="1" dirty="0" smtClean="0">
                <a:solidFill>
                  <a:schemeClr val="tx1"/>
                </a:solidFill>
              </a:rPr>
              <a:t>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345197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57" y="1600200"/>
            <a:ext cx="805008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Installation of </a:t>
            </a:r>
            <a:r>
              <a:rPr lang="en-US" sz="2800" b="1" dirty="0" smtClean="0">
                <a:solidFill>
                  <a:schemeClr val="tx1"/>
                </a:solidFill>
              </a:rPr>
              <a:t>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455240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57" y="1600200"/>
            <a:ext cx="805008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Installation of </a:t>
            </a:r>
            <a:r>
              <a:rPr lang="en-US" sz="2800" b="1" dirty="0" smtClean="0">
                <a:solidFill>
                  <a:schemeClr val="tx1"/>
                </a:solidFill>
              </a:rPr>
              <a:t>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648378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57" y="1600200"/>
            <a:ext cx="805008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itle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Installation of </a:t>
            </a:r>
            <a:r>
              <a:rPr lang="en-US" sz="2800" b="1" dirty="0" smtClean="0">
                <a:solidFill>
                  <a:schemeClr val="tx1"/>
                </a:solidFill>
              </a:rPr>
              <a:t>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762323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838200" y="457200"/>
            <a:ext cx="4876800" cy="685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Installation of </a:t>
            </a:r>
            <a:r>
              <a:rPr lang="en-US" sz="2800" b="1" dirty="0" smtClean="0">
                <a:solidFill>
                  <a:schemeClr val="tx1"/>
                </a:solidFill>
              </a:rPr>
              <a:t>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  <p:sp>
        <p:nvSpPr>
          <p:cNvPr id="6" name="Title 4"/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Installation of </a:t>
            </a:r>
            <a:r>
              <a:rPr lang="en-US" sz="2800" b="1" dirty="0" smtClean="0">
                <a:solidFill>
                  <a:schemeClr val="tx1"/>
                </a:solidFill>
              </a:rPr>
              <a:t>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57" y="1600200"/>
            <a:ext cx="805008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6365790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Installation of </a:t>
            </a:r>
            <a:r>
              <a:rPr lang="en-US" sz="2800" b="1" dirty="0" smtClean="0">
                <a:solidFill>
                  <a:schemeClr val="tx1"/>
                </a:solidFill>
              </a:rPr>
              <a:t>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57" y="1600200"/>
            <a:ext cx="805008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="" xmlns:p14="http://schemas.microsoft.com/office/powerpoint/2010/main" val="3594810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2700" dirty="0" smtClean="0"/>
              <a:t>Select -&gt;Manage </a:t>
            </a:r>
            <a:r>
              <a:rPr lang="en-US" sz="2700" dirty="0" err="1" smtClean="0"/>
              <a:t>jenkins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101" y="1828800"/>
            <a:ext cx="805008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H="1">
            <a:off x="1142976" y="3786190"/>
            <a:ext cx="381000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4"/>
          <p:cNvSpPr txBox="1">
            <a:spLocks/>
          </p:cNvSpPr>
          <p:nvPr/>
        </p:nvSpPr>
        <p:spPr>
          <a:xfrm>
            <a:off x="448101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smtClean="0">
                <a:solidFill>
                  <a:schemeClr val="tx1"/>
                </a:solidFill>
              </a:rPr>
              <a:t>Install plugins in  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660427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23900"/>
            <a:ext cx="8229600" cy="1028700"/>
          </a:xfrm>
        </p:spPr>
        <p:txBody>
          <a:bodyPr>
            <a:normAutofit fontScale="90000"/>
          </a:bodyPr>
          <a:lstStyle/>
          <a:p>
            <a:pPr algn="l"/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smtClean="0"/>
              <a:t>Click on manage </a:t>
            </a:r>
            <a:r>
              <a:rPr lang="en-US" sz="2800" dirty="0" err="1" smtClean="0"/>
              <a:t>jenkins</a:t>
            </a:r>
            <a:endParaRPr lang="en-US" sz="2800" dirty="0"/>
          </a:p>
        </p:txBody>
      </p:sp>
      <p:pic>
        <p:nvPicPr>
          <p:cNvPr id="8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28800"/>
            <a:ext cx="805008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itle 4"/>
          <p:cNvSpPr txBox="1">
            <a:spLocks/>
          </p:cNvSpPr>
          <p:nvPr/>
        </p:nvSpPr>
        <p:spPr>
          <a:xfrm>
            <a:off x="457200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smtClean="0">
                <a:solidFill>
                  <a:schemeClr val="tx1"/>
                </a:solidFill>
              </a:rPr>
              <a:t>Installation of 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5432894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000" dirty="0" smtClean="0"/>
              <a:t>.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>	</a:t>
            </a:r>
            <a:br>
              <a:rPr lang="en-US" sz="2800" dirty="0" smtClean="0"/>
            </a:br>
            <a:r>
              <a:rPr lang="en-US" sz="2800" dirty="0" smtClean="0"/>
              <a:t>	      	</a:t>
            </a:r>
            <a:endParaRPr lang="en-US" sz="2800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dirty="0" smtClean="0"/>
              <a:t>Check in the  available and install the plugins</a:t>
            </a:r>
            <a:br>
              <a:rPr lang="en-US" dirty="0" smtClean="0"/>
            </a:br>
            <a:r>
              <a:rPr lang="en-US" dirty="0" smtClean="0"/>
              <a:t>Maven integration plugin, </a:t>
            </a:r>
            <a:br>
              <a:rPr lang="en-US" dirty="0" smtClean="0"/>
            </a:br>
            <a:r>
              <a:rPr lang="en-US" dirty="0" smtClean="0"/>
              <a:t>Build pipeline plugin, </a:t>
            </a:r>
            <a:br>
              <a:rPr lang="en-US" dirty="0" smtClean="0"/>
            </a:br>
            <a:r>
              <a:rPr lang="en-US" dirty="0" smtClean="0"/>
              <a:t>Pipeline utility, </a:t>
            </a:r>
            <a:br>
              <a:rPr lang="en-US" dirty="0" smtClean="0"/>
            </a:br>
            <a:r>
              <a:rPr lang="en-US" dirty="0" smtClean="0"/>
              <a:t>Copy artifacts,</a:t>
            </a:r>
            <a:br>
              <a:rPr lang="en-US" dirty="0" smtClean="0"/>
            </a:br>
            <a:r>
              <a:rPr lang="en-US" dirty="0" smtClean="0"/>
              <a:t>Deploy to container, </a:t>
            </a:r>
            <a:r>
              <a:rPr lang="en-US" dirty="0" err="1" smtClean="0"/>
              <a:t>Git</a:t>
            </a:r>
            <a:r>
              <a:rPr lang="en-US" dirty="0" smtClean="0"/>
              <a:t> SCM </a:t>
            </a:r>
            <a:r>
              <a:rPr lang="en-US" dirty="0" smtClean="0"/>
              <a:t>or </a:t>
            </a:r>
            <a:r>
              <a:rPr lang="en-US" dirty="0" err="1" smtClean="0"/>
              <a:t>Git</a:t>
            </a:r>
            <a:r>
              <a:rPr lang="en-US" dirty="0" smtClean="0"/>
              <a:t> pipeline for </a:t>
            </a:r>
            <a:r>
              <a:rPr lang="en-US" smtClean="0"/>
              <a:t>Blue Ocean.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click on -&gt; install without restart</a:t>
            </a:r>
            <a:endParaRPr lang="en-US" dirty="0"/>
          </a:p>
        </p:txBody>
      </p:sp>
      <p:pic>
        <p:nvPicPr>
          <p:cNvPr id="11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48200" y="1524000"/>
            <a:ext cx="4038600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itle 4"/>
          <p:cNvSpPr txBox="1">
            <a:spLocks/>
          </p:cNvSpPr>
          <p:nvPr/>
        </p:nvSpPr>
        <p:spPr>
          <a:xfrm>
            <a:off x="448101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smtClean="0">
                <a:solidFill>
                  <a:schemeClr val="tx1"/>
                </a:solidFill>
              </a:rPr>
              <a:t>Install plugins in  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955370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How to </a:t>
            </a:r>
            <a:r>
              <a:rPr lang="en-US" sz="2800" dirty="0" err="1" smtClean="0"/>
              <a:t>config</a:t>
            </a:r>
            <a:r>
              <a:rPr lang="en-US" sz="2800" dirty="0" smtClean="0"/>
              <a:t> your </a:t>
            </a:r>
            <a:r>
              <a:rPr lang="en-US" sz="2800" dirty="0" err="1" smtClean="0"/>
              <a:t>jenkins</a:t>
            </a:r>
            <a:r>
              <a:rPr lang="en-US" sz="2800" dirty="0" smtClean="0"/>
              <a:t> with maven </a:t>
            </a:r>
            <a:endParaRPr lang="en-US" sz="2800" dirty="0"/>
          </a:p>
        </p:txBody>
      </p:sp>
      <p:pic>
        <p:nvPicPr>
          <p:cNvPr id="15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91" y="1524000"/>
            <a:ext cx="8185618" cy="4602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3" name="Straight Arrow Connector 12"/>
          <p:cNvCxnSpPr/>
          <p:nvPr/>
        </p:nvCxnSpPr>
        <p:spPr>
          <a:xfrm flipH="1">
            <a:off x="1295400" y="3581400"/>
            <a:ext cx="3810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4"/>
          <p:cNvSpPr txBox="1">
            <a:spLocks/>
          </p:cNvSpPr>
          <p:nvPr/>
        </p:nvSpPr>
        <p:spPr>
          <a:xfrm>
            <a:off x="448101" y="152400"/>
            <a:ext cx="8229600" cy="1143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smtClean="0">
                <a:solidFill>
                  <a:schemeClr val="tx1"/>
                </a:solidFill>
              </a:rPr>
              <a:t>Configuration of Jenkins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76557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609600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/>
              <a:t>Select -&gt;Global tool Configuration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57" y="1600200"/>
            <a:ext cx="805008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Straight Arrow Connector 6"/>
          <p:cNvCxnSpPr/>
          <p:nvPr/>
        </p:nvCxnSpPr>
        <p:spPr>
          <a:xfrm flipH="1">
            <a:off x="5486400" y="4038600"/>
            <a:ext cx="3810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4"/>
          <p:cNvSpPr txBox="1">
            <a:spLocks/>
          </p:cNvSpPr>
          <p:nvPr/>
        </p:nvSpPr>
        <p:spPr>
          <a:xfrm>
            <a:off x="448101" y="152400"/>
            <a:ext cx="8229600" cy="838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smtClean="0">
                <a:solidFill>
                  <a:schemeClr val="tx1"/>
                </a:solidFill>
              </a:rPr>
              <a:t>Install plugins in  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345612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90600"/>
            <a:ext cx="8229600" cy="762000"/>
          </a:xfrm>
        </p:spPr>
        <p:txBody>
          <a:bodyPr>
            <a:noAutofit/>
          </a:bodyPr>
          <a:lstStyle/>
          <a:p>
            <a:pPr algn="l"/>
            <a:r>
              <a:rPr lang="en-US" sz="2400" dirty="0" smtClean="0"/>
              <a:t>Page of Global Tool Configuration </a:t>
            </a:r>
            <a:br>
              <a:rPr lang="en-US" sz="2400" dirty="0" smtClean="0"/>
            </a:br>
            <a:r>
              <a:rPr lang="en-US" sz="2400" dirty="0" smtClean="0"/>
              <a:t>in same page go down for JDK</a:t>
            </a:r>
            <a:endParaRPr lang="en-US" sz="2400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05000"/>
            <a:ext cx="805008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4"/>
          <p:cNvSpPr txBox="1">
            <a:spLocks/>
          </p:cNvSpPr>
          <p:nvPr/>
        </p:nvSpPr>
        <p:spPr>
          <a:xfrm>
            <a:off x="448101" y="152400"/>
            <a:ext cx="8229600" cy="838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smtClean="0">
                <a:solidFill>
                  <a:schemeClr val="tx1"/>
                </a:solidFill>
              </a:rPr>
              <a:t>Install plugins in  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5991290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579438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/>
              <a:t> Here give the JAVA_HOME path</a:t>
            </a:r>
            <a:endParaRPr lang="en-US" sz="2400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57" y="1357298"/>
            <a:ext cx="805008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4"/>
          <p:cNvSpPr txBox="1">
            <a:spLocks/>
          </p:cNvSpPr>
          <p:nvPr/>
        </p:nvSpPr>
        <p:spPr>
          <a:xfrm>
            <a:off x="448101" y="152400"/>
            <a:ext cx="8229600" cy="838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smtClean="0">
                <a:solidFill>
                  <a:schemeClr val="tx1"/>
                </a:solidFill>
              </a:rPr>
              <a:t>Install plugins in  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4627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66800"/>
            <a:ext cx="8229600" cy="685800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/>
              <a:t>Next give the MAVEN _HOME path </a:t>
            </a:r>
            <a:endParaRPr lang="en-US" sz="2400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905000"/>
            <a:ext cx="805008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4"/>
          <p:cNvSpPr txBox="1">
            <a:spLocks/>
          </p:cNvSpPr>
          <p:nvPr/>
        </p:nvSpPr>
        <p:spPr>
          <a:xfrm>
            <a:off x="448101" y="228600"/>
            <a:ext cx="8229600" cy="838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smtClean="0">
                <a:solidFill>
                  <a:schemeClr val="tx1"/>
                </a:solidFill>
              </a:rPr>
              <a:t>Install plugins in  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6465073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457200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/>
              <a:t>Click -&gt; Apply and Save</a:t>
            </a:r>
            <a:endParaRPr lang="en-US" sz="2400" dirty="0"/>
          </a:p>
        </p:txBody>
      </p:sp>
      <p:pic>
        <p:nvPicPr>
          <p:cNvPr id="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957" y="1500174"/>
            <a:ext cx="805008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4"/>
          <p:cNvSpPr txBox="1">
            <a:spLocks/>
          </p:cNvSpPr>
          <p:nvPr/>
        </p:nvSpPr>
        <p:spPr>
          <a:xfrm>
            <a:off x="448101" y="228600"/>
            <a:ext cx="8229600" cy="8382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 smtClean="0">
                <a:solidFill>
                  <a:schemeClr val="tx1"/>
                </a:solidFill>
              </a:rPr>
              <a:t>Install plugins in  Jenkins Contd..</a:t>
            </a:r>
            <a:endParaRPr lang="en-US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9566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237</Words>
  <Application>Microsoft Office PowerPoint</Application>
  <PresentationFormat>On-screen Show (4:3)</PresentationFormat>
  <Paragraphs>47</Paragraphs>
  <Slides>36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Installation of Jenkins Press on Download  and see next page</vt:lpstr>
      <vt:lpstr>Go down in column Download Jenkins 2.33_._ LTS for Then next press at windows as shown in next page</vt:lpstr>
      <vt:lpstr>Press on Windows to download Jenkins for windows</vt:lpstr>
      <vt:lpstr>Installation of Jenkins Contd..</vt:lpstr>
      <vt:lpstr>Installation of Jenkins Contd..</vt:lpstr>
      <vt:lpstr>Installation of Jenkins Contd..</vt:lpstr>
      <vt:lpstr>Installation of Jenkins Contd..</vt:lpstr>
      <vt:lpstr>Installation of Jenkins Contd..</vt:lpstr>
      <vt:lpstr>Installation of Jenkins Contd..</vt:lpstr>
      <vt:lpstr>Installation of Jenkins Contd..</vt:lpstr>
      <vt:lpstr>Installation of Jenkins Contd..</vt:lpstr>
      <vt:lpstr>Installation of Jenkins Contd..</vt:lpstr>
      <vt:lpstr>Installation of Jenkins Contd..</vt:lpstr>
      <vt:lpstr>Installation of Jenkins Contd..</vt:lpstr>
      <vt:lpstr>Installation of Jenkins Contd..</vt:lpstr>
      <vt:lpstr>Installation of Jenkins Contd..</vt:lpstr>
      <vt:lpstr>Now type services.msc</vt:lpstr>
      <vt:lpstr>Installation of Jenkins Contd..</vt:lpstr>
      <vt:lpstr>Installation of Jenkins Contd..</vt:lpstr>
      <vt:lpstr>Installation of Jenkins Contd..</vt:lpstr>
      <vt:lpstr>Installation of Jenkins Contd..</vt:lpstr>
      <vt:lpstr>Installation of Jenkins Contd..</vt:lpstr>
      <vt:lpstr>Installation of Jenkins Contd..</vt:lpstr>
      <vt:lpstr>Installation of Jenkins Contd..</vt:lpstr>
      <vt:lpstr>Installation of Jenkins Contd..</vt:lpstr>
      <vt:lpstr>Installation of Jenkins Contd..</vt:lpstr>
      <vt:lpstr>Installation of Jenkins Contd..</vt:lpstr>
      <vt:lpstr>   Select -&gt;Manage jenkins </vt:lpstr>
      <vt:lpstr>  Click on manage jenkins</vt:lpstr>
      <vt:lpstr>      .             </vt:lpstr>
      <vt:lpstr>How to config your jenkins with maven </vt:lpstr>
      <vt:lpstr>Select -&gt;Global tool Configuration</vt:lpstr>
      <vt:lpstr>Page of Global Tool Configuration  in same page go down for JDK</vt:lpstr>
      <vt:lpstr> Here give the JAVA_HOME path</vt:lpstr>
      <vt:lpstr>Next give the MAVEN _HOME path </vt:lpstr>
      <vt:lpstr>Click -&gt; Apply and Save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19</cp:revision>
  <dcterms:created xsi:type="dcterms:W3CDTF">2022-05-02T07:06:25Z</dcterms:created>
  <dcterms:modified xsi:type="dcterms:W3CDTF">2022-11-19T05:25:10Z</dcterms:modified>
</cp:coreProperties>
</file>